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QALQAN AI — слайд 1 из 7. Визуализации интерфейса — стилизованные изображения на основе HTML MVP. Данные и метрики на примерах синтетические.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QALQAN AI — слайд 2 из 7. Визуализации интерфейса — стилизованные изображения на основе HTML MVP. Данные и метрики на примерах синтетические.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QALQAN AI — слайд 3 из 7. Визуализации интерфейса — стилизованные изображения на основе HTML MVP. Данные и метрики на примерах синтетические.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QALQAN AI — слайд 4 из 7. Визуализации интерфейса — стилизованные изображения на основе HTML MVP. Данные и метрики на примерах синтетические.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QALQAN AI — слайд 5 из 7. Визуализации интерфейса — стилизованные изображения на основе HTML MVP. Данные и метрики на примерах синтетические.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QALQAN AI — слайд 6 из 7. Визуализации интерфейса — стилизованные изображения на основе HTML MVP. Данные и метрики на примерах синтетические.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QALQAN AI — слайд 7 из 7. Визуализации интерфейса — стилизованные изображения на основе HTML MVP. Данные и метрики на примерах синтетические.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alqan_ai_защита_от_пирамид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киберпроблема_аналитик_тонет_в_чатах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alqan_ai_как_работает_защит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неоновая_панель_safenet_k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объяснимый_ai_анализ_safenet_k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анализ_групп_и_связей_safenet_k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alqan_ai_защита_на_основе_данных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QALQAN AI | SafeNet KZ</dc:title>
  <dc:subject>SafeNet KZ Track 03 — Stop-pyramid</dc:subject>
  <dc:creator>QALQAN AI</dc:creator>
  <cp:lastModifiedBy>QALQAN AI</cp:lastModifiedBy>
  <cp:revision>1</cp:revision>
  <dcterms:created xsi:type="dcterms:W3CDTF">2026-10-21T05:48:54Z</dcterms:created>
  <dcterms:modified xsi:type="dcterms:W3CDTF">2026-10-21T05:48:54Z</dcterms:modified>
</cp:coreProperties>
</file>